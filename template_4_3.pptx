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 snapToGrid="0">
      <p:cViewPr varScale="1">
        <p:scale>
          <a:sx n="119" d="100"/>
          <a:sy n="119" d="100"/>
        </p:scale>
        <p:origin x="1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5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1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7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1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7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1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2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4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10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9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C0D25-F7AF-0646-8334-8FE5B73DC87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9289F-ACB1-A341-A6B3-34FFFEACB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3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9CB1-82B9-F57B-A180-041BDB3D0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3B9D0-358A-E778-424F-ABE30D45E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95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 Ma</dc:creator>
  <cp:lastModifiedBy>Ding Ma</cp:lastModifiedBy>
  <cp:revision>1</cp:revision>
  <dcterms:created xsi:type="dcterms:W3CDTF">2025-11-07T00:48:36Z</dcterms:created>
  <dcterms:modified xsi:type="dcterms:W3CDTF">2025-11-07T00:48:51Z</dcterms:modified>
</cp:coreProperties>
</file>