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598"/>
  </p:normalViewPr>
  <p:slideViewPr>
    <p:cSldViewPr snapToGrid="0">
      <p:cViewPr varScale="1">
        <p:scale>
          <a:sx n="104" d="100"/>
          <a:sy n="104" d="100"/>
        </p:scale>
        <p:origin x="232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13878-5C6A-0C0C-0E1A-0A74F4160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8AD1A5-02F3-85F3-6DEF-E48B1FF63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214F1-77A6-BE82-3567-D67792EDF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5D29-9D14-0A4C-A4A1-5836B79E6DBE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67F45-57A1-2690-A69D-37365B153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C6A27-C79F-3606-32E9-E8368869F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5D3B-5BE0-D948-B864-CCC709738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991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369F9-0198-B80C-CA03-DA2DEAC8D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67EC2-CB8C-CFEB-1388-C331AD0BC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C83FD-78B5-283B-3BB4-616D5B83F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5D29-9D14-0A4C-A4A1-5836B79E6DBE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3F457-2482-E143-606A-9FAA033BA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ADFA3-24E0-FD64-AD52-FC49A4696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5D3B-5BE0-D948-B864-CCC709738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796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061DB-9E99-E322-A106-D36DCCC3F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35F675-E9E9-A25C-0262-8DC7E1C7E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434E5-B23B-A8BA-AEDB-93D15871F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5D29-9D14-0A4C-A4A1-5836B79E6DBE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709E0-7A2D-5DA8-5CC7-50351D29D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C1F33-F799-4A45-3722-C273EFE89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5D3B-5BE0-D948-B864-CCC709738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613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C9884-6252-2DA7-DA0C-69BDE5B76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E7B12-D45B-2349-321D-C52C860F69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6A4CCB-F5F0-E795-30A1-C98565301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FEE4A-1A46-02F4-3FB5-DDA47CC21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5D29-9D14-0A4C-A4A1-5836B79E6DBE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E9D4B-CA82-898B-ACAE-69ECFA610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7D5D3B-9CB0-D8B7-0703-912F2D5CB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5D3B-5BE0-D948-B864-CCC709738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144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312A2-3313-A990-720D-3670818F2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75008-B66C-45D8-ED4C-924A24ED4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633CED-F9CD-871A-2DFD-56640B76E0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68C685-5020-DD27-6334-27B6D273C3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2F560F-3102-4894-D70E-4A36D41298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B68CA9-C596-0C44-9ED2-DF4A065E6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5D29-9D14-0A4C-A4A1-5836B79E6DBE}" type="datetimeFigureOut">
              <a:rPr lang="en-US" smtClean="0"/>
              <a:t>11/7/25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8FFD6E-60BE-B31C-5685-CFA6E6024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2BF1C2-0278-8C6C-949C-C64909CD9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5D3B-5BE0-D948-B864-CCC709738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055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863B5-4BF7-DF8C-3029-261D1F467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946A0E-E62D-5DF8-159B-852DB479C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5D29-9D14-0A4C-A4A1-5836B79E6DBE}" type="datetimeFigureOut">
              <a:rPr lang="en-US" smtClean="0"/>
              <a:t>11/7/25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5EC923-5179-B161-F4CE-A24F12E87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6D0FAC-A948-CF3C-CFA3-DD8CF9460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5D3B-5BE0-D948-B864-CCC709738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796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8E707F-83A1-B571-112C-9997F5721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5D29-9D14-0A4C-A4A1-5836B79E6DBE}" type="datetimeFigureOut">
              <a:rPr lang="en-US" smtClean="0"/>
              <a:t>11/7/25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21D385-522C-5339-172A-D42FCCD9E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5D8BF-4B1F-2DA7-E12F-CA202788C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5D3B-5BE0-D948-B864-CCC709738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810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F580A-0DD7-750F-7F83-6A460ACE3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3A15E-7A9B-8650-72DF-6C424550E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C45B3-38A1-A1C1-9D52-78B6E2620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537ED-E9CA-422A-1686-CB8F1118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5D29-9D14-0A4C-A4A1-5836B79E6DBE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4D14B-716C-EFE5-3FC1-60E026C18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46E1BE-B4DC-8D4F-A659-2B92E3E7A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5D3B-5BE0-D948-B864-CCC709738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315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9DE52-C5CA-66CD-40C3-E6C0E1495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D5247E-BECE-1282-37E1-9EEA0785DA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C4EB6F-062F-ED5A-EB01-101657AD7E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37B81-9BD2-FB2E-F9E9-E42BDA7F4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5D29-9D14-0A4C-A4A1-5836B79E6DBE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8315F-FCC4-3D69-BAE4-41D50D144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652F2A-43F1-8E22-B98F-9A0D5C9A1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5D3B-5BE0-D948-B864-CCC709738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580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5F6BE-ED17-4BC2-D01A-DBCEB8180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648E5D-89A9-18EE-3CAC-E3AD2FF3A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284EC-3BBD-EED5-D953-C713858FD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5D29-9D14-0A4C-A4A1-5836B79E6DBE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B819C-85FD-D5A7-77F1-CF51BA221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BD068-CBF9-710B-6AFD-DAD6BBA94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5D3B-5BE0-D948-B864-CCC709738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81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4E299A-D56C-0161-041C-F52CA058F3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B05AF-9187-E056-7A29-82ED936EF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D3D0F-576A-4BDD-D15B-C48190476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5D29-9D14-0A4C-A4A1-5836B79E6DBE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572FC-F0F7-FF13-6072-FAA2BC85C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1CBFE-D982-2BC2-3789-3FA3C1B4F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5D3B-5BE0-D948-B864-CCC709738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126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211536-4FDC-5F84-E4AE-FF27BB283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94D7B-344B-DB87-0A6E-93BBDB7A4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C3B52-5610-1929-B909-1E46360792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275D29-9D14-0A4C-A4A1-5836B79E6DBE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4F24C-039A-5FCC-42F4-B9DE3D4B42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8E0-32F5-A47B-AF2B-1F20C2E891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1B5D3B-5BE0-D948-B864-CCC709738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157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9A05B-1840-16D7-DEF5-D7019DBFA4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B4B0AF-FFF2-369B-2789-6AD79D5F4C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65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Ding Ma</dc:creator>
  <cp:lastModifiedBy>Ding Ma</cp:lastModifiedBy>
  <cp:revision>1</cp:revision>
  <dcterms:created xsi:type="dcterms:W3CDTF">2025-11-07T00:43:13Z</dcterms:created>
  <dcterms:modified xsi:type="dcterms:W3CDTF">2025-11-07T00:43:44Z</dcterms:modified>
</cp:coreProperties>
</file>